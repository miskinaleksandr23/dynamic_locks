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146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111827"/>
                </a:solidFill>
                <a:latin typeface="Arial"/>
              </a:rPr>
              <a:t>Динамические блокировки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6144768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374151"/>
                </a:solidFill>
                <a:latin typeface="Arial"/>
              </a:rPr>
              <a:t>Мискин Александр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Locks Presentation</dc:title>
  <dc:subject>Draft presentation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